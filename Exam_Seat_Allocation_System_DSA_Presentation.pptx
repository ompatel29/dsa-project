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EXAM SEAT</a:t>
            </a:r>
            <a:br/>
            <a:r>
              <a:t>ALLOCATION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2E1F2"/>
                </a:solidFill>
              </a:defRPr>
            </a:pPr>
            <a:r>
              <a:t>C++ Data Structures &amp; Algorithms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4892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Semester 3 •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What the system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 menu-driven C++ application for managing examination seating.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Registers student enrollment numbers, names, and department/division.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Registers examination rooms and their seating capacities.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Automatically assigns seats, displays the seating plan, and searches student records.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Loads sample students from CSV and saves records to CSV files.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Designed as a beginner-friendly DSA mini-project.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Why this project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Manual seat allocation takes time when many students are involved.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Manual lists can cause mistakes, duplicate assignments, or confusion.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 computer program can organize student and room records systematically.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project demonstrates how DSA concepts can be applied to a practical task.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This is an educational demonstration, not a complete examination-management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Project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Store and display student records.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Maintain room capacity and occupied-seat counts.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Allocate seats automatically in a predictable order.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Search for a student using their enrollment number.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Load and save records through CSV file handling.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Demonstrate structures, arrays, sorting, queues, searching, and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4.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Programming language: C++.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Standard library: iostream, fstream, sstream, string, queue, algorithm.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Input dataset: 100_random_students.csv.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Persistent files: students.csv and rooms.csv.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Compiler: g++.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Interface: console menu; the project does not use a GUI.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5.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From program start to seat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Start program and load saved room records.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Read the sample student dataset from the CSV file.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Display registered students and room details.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Calculate total seat capacity and check if it is sufficient.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Sort students by enrollment number.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Push student array indexes into a queue.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Assign each student to the next available seat.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Save data and display or search the final seating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6. Menu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Purpose of each menu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1 — Add Student: enter enrollment number, name, and department/division.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2 — Display Students: show registered students and allocation status.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3 — Add Examination Room: register a room and its capacity.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4 — Display Rooms: show total, occupied, and available seats.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5 — Allocate Seats Automatically: sort students and allocate using a queue.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6 — Display Seating Plan: show assignments room by room.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7 — Search Student / Seat: find a student by enrollment number.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8 — Save Data: save student and room records to CSV.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0 — Exit: save data and close the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7. Data Structures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Core DSA building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Structure (struct): groups related fields into a Student or Room record.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Array: stores up to MAX_STUDENTS students and MAX_ROOMS rooms.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Queue&lt;int&gt;: stores student array indexes waiting for seat allocation.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String: represents enrollment numbers, names, departments, and room IDs.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CSV files provide persistent storage; they are not themselves a DSA data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8. Structure and Array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Code excerpt from the project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537960" cy="4800600"/>
          </a:xfrm>
          <a:prstGeom prst="roundRect">
            <a:avLst/>
          </a:prstGeom>
          <a:solidFill>
            <a:srgbClr val="EBF2F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struct Student {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string enrollmentNo;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string name;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string department;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string roomId;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int seatNo;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bool allocated;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Student students[MAX_STUDENTS];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2830"/>
                </a:solidFill>
                <a:latin typeface="Aptos"/>
              </a:defRPr>
            </a:pPr>
            <a:r>
              <a:t>THEORY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A structure groups related fields into one student record.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The array stores multiple Student records using indexes.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Example: students[0] is the first student.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The project defines a fixed maximum capacity of 500 student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9. Array — Theory and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How the array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An array stores multiple elements under one variable name.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Each student is accessed by an index: students[0], students[1], and so 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Loops traverse the array to display records and process allocation.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Access by index is O(1). Traversing all students is O(n).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Limitation: the array has a fixed maximum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10. Linear Search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Code excerpt from the project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537960" cy="4800600"/>
          </a:xfrm>
          <a:prstGeom prst="roundRect">
            <a:avLst/>
          </a:prstGeom>
          <a:solidFill>
            <a:srgbClr val="EBF2F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int findStudentIndex(const string&amp; id) {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for (int i = 0; i &lt; studentCount; ++i) {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    if (students[i].enrollmentNo == id)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        return i;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return -1;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2830"/>
                </a:solidFill>
                <a:latin typeface="Aptos"/>
              </a:defRPr>
            </a:pPr>
            <a:r>
              <a:t>ALGORITHM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1. Start at index 0.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2. Compare each enrollment number with the target.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3. If equal, return the index.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4. If no match is found, return -1.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Best case: O(1)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Worst case: O(n)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11. Linear Search —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Searching for an enrollment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Suppose the target enrollment number is DS260003.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Compare the target with the first student's enrollment number.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If it does not match, continue to the next student.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Stop when the match is found or the array ends.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Linear search works even when records are not sorted.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12. Sorting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Code excerpt from the project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537960" cy="4800600"/>
          </a:xfrm>
          <a:prstGeom prst="roundRect">
            <a:avLst/>
          </a:prstGeom>
          <a:solidFill>
            <a:srgbClr val="EBF2F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sort(students, students + studentCount,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 [](const Student&amp; a, const Student&amp; b) {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     return a.enrollmentNo &lt; b.enrollmentNo;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 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2830"/>
                </a:solidFill>
                <a:latin typeface="Aptos"/>
              </a:defRPr>
            </a:pPr>
            <a:r>
              <a:t>THEORY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std::sort arranges records by enrollment number.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The lambda expression defines the comparison rule.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Typical complexity: O(n log n).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Sorting makes the allocation order predictable; the queue itself does not require sorted input.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13. Sorting —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Before and after sorting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Before: DS260010, DS260002, DS260007.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After: DS260002, DS260007, DS260010.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comparison key is enrollmentNo.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Students are sorted before their indexes are inserted into the queue.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Enrollment numbers are strings, so sorting is lexicographic.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14. Queue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Code excerpt from the project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537960" cy="4800600"/>
          </a:xfrm>
          <a:prstGeom prst="roundRect">
            <a:avLst/>
          </a:prstGeom>
          <a:solidFill>
            <a:srgbClr val="EBF2F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>
              <a:spcAft>
                <a:spcPts val="0"/>
              </a:spcAft>
              <a:defRPr sz="1400">
                <a:solidFill>
                  <a:srgbClr val="192D4B"/>
                </a:solidFill>
                <a:latin typeface="Consolas"/>
              </a:defRPr>
            </a:pPr>
            <a:r>
              <a:t>queue&lt;int&gt; waitingQueue;</a:t>
            </a:r>
          </a:p>
          <a:p>
            <a:pPr>
              <a:spcAft>
                <a:spcPts val="0"/>
              </a:spcAft>
              <a:defRPr sz="1400">
                <a:solidFill>
                  <a:srgbClr val="192D4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92D4B"/>
                </a:solidFill>
                <a:latin typeface="Consolas"/>
              </a:defRPr>
            </a:pPr>
            <a:r>
              <a:t>for (int i = 0; i &lt; studentCount; ++i)</a:t>
            </a:r>
          </a:p>
          <a:p>
            <a:pPr>
              <a:spcAft>
                <a:spcPts val="0"/>
              </a:spcAft>
              <a:defRPr sz="1400">
                <a:solidFill>
                  <a:srgbClr val="192D4B"/>
                </a:solidFill>
                <a:latin typeface="Consolas"/>
              </a:defRPr>
            </a:pPr>
            <a:r>
              <a:t>    waitingQueue.push(i);</a:t>
            </a:r>
          </a:p>
          <a:p>
            <a:pPr>
              <a:spcAft>
                <a:spcPts val="0"/>
              </a:spcAft>
              <a:defRPr sz="1400">
                <a:solidFill>
                  <a:srgbClr val="192D4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192D4B"/>
                </a:solidFill>
                <a:latin typeface="Consolas"/>
              </a:defRPr>
            </a:pPr>
            <a:r>
              <a:t>int studentIndex = waitingQueue.front();</a:t>
            </a:r>
          </a:p>
          <a:p>
            <a:pPr>
              <a:spcAft>
                <a:spcPts val="0"/>
              </a:spcAft>
              <a:defRPr sz="1400">
                <a:solidFill>
                  <a:srgbClr val="192D4B"/>
                </a:solidFill>
                <a:latin typeface="Consolas"/>
              </a:defRPr>
            </a:pPr>
            <a:r>
              <a:t>waitingQueue.pop();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2830"/>
                </a:solidFill>
                <a:latin typeface="Aptos"/>
              </a:defRPr>
            </a:pPr>
            <a:r>
              <a:t>QUEUE THEORY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Queue follows FIFO: First In, First Out.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push(i) adds an index at the back.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front() reads the first index.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pop() removes the first index.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Each queue push/pop operation is O(1).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15. Queue —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FIFO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Initial queue: [0, 1, 2, 3].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front() returns 0; pop() removes it → [1, 2, 3].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Next, front() returns 1; pop() removes it → [2, 3].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Continue until the queue is empty.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queue stores integer indexes, not complete Student objects.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16. Seat Allocation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Code excerpt from the project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537960" cy="4800600"/>
          </a:xfrm>
          <a:prstGeom prst="roundRect">
            <a:avLst/>
          </a:prstGeom>
          <a:solidFill>
            <a:srgbClr val="EBF2F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for (int r = 0; r &lt; roomCount &amp;&amp; !waitingQueue.empty(); ++r) {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for (int seat = 1;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     seat &lt;= rooms[r].capacity &amp;&amp; !waitingQueue.empty(); ++seat) {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    int i = waitingQueue.front();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    waitingQueue.pop();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    students[i].roomId = rooms[r].roomId;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    students[i].seatNo = seat;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    students[i].allocated = true;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    rooms[r].occupied++;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2830"/>
                </a:solidFill>
                <a:latin typeface="Aptos"/>
              </a:defRPr>
            </a:pPr>
            <a:r>
              <a:t>HOW IT WORKS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1. Visit rooms one by one.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2. Visit each seat from 1 to room capacity.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3. Take the next student index from the queue.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4. Store the room ID and seat number.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5. Stop when all students are allocated or seats run out.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17. Greedy Algorithm —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Why this is a simple greedy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 greedy algorithm makes the next locally available choice.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program assigns the next waiting student to the next available seat.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It does not backtrack or reconsider previous assignments.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objective is straightforward sequential allocation.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current algorithm does not separate students by department or division.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18. Allocation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Language-independent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INPUT: student list and rooms with capacities.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If students or rooms are missing, stop.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Calculate totalCapacity = sum of all room capacities.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If studentCount &gt; totalCapacity, report insufficient seats.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Sort students by enrollment number.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Enqueue each student index.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For each room and each seat while the queue is not empty: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    Dequeue the next student index.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    Assign room ID and seat number.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Save the allocation and report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19. Capacity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Avoid allocating more students than seats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Sum the capacity of all registered rooms.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Example: R101 = 40, R102 = 40, R103 = 40.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Total capacity = 40 + 40 + 40 = 120 seats.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For 100 students, 20 seats remain unused.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If the student count exceeds total capacity, allocation is cancelled.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20. Capacity Check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Code excerpt from the project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537960" cy="4800600"/>
          </a:xfrm>
          <a:prstGeom prst="roundRect">
            <a:avLst/>
          </a:prstGeom>
          <a:solidFill>
            <a:srgbClr val="EBF2F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int totalCapacity = 0;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for (int i = 0; i &lt; roomCount; ++i)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totalCapacity += rooms[i].capacity;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if (studentCount &gt; totalCapacity) {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cout &lt;&lt; "Not enough seats";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    return;</a:t>
            </a:r>
          </a:p>
          <a:p>
            <a:pPr>
              <a:spcAft>
                <a:spcPts val="0"/>
              </a:spcAft>
              <a:defRPr sz="1300">
                <a:solidFill>
                  <a:srgbClr val="192D4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2830"/>
                </a:solidFill>
                <a:latin typeface="Aptos"/>
              </a:defRPr>
            </a:pPr>
            <a:r>
              <a:t>EXPLANATION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The loop adds the capacity of every room.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The condition compares student count with total capacity.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If there are more students than seats, the program stops allocation rather than creating an incomplete seating plan.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21. Student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Finding a student's seat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user enters an enrollment number.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findStudentIndex() checks student records one by one.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If an index is returned, the program displays the student's details.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If the result is -1, the program displays “Student not found.”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If the student has not been allocated, the program reports a pending seat.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22. File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Loading and saving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ifstream reads data from CSV files.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ofstream writes records to CSV files.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stringstream separates a CSV line into fields.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100_random_students.csv supplies the 100 sample students.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students.csv stores student records; rooms.csv stores room records.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CSV is plain-text storage and can be opened with spreadsheet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23. CSV Import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Code excerpt from the project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537960" cy="4800600"/>
          </a:xfrm>
          <a:prstGeom prst="roundRect">
            <a:avLst/>
          </a:prstGeom>
          <a:solidFill>
            <a:srgbClr val="EBF2FA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ifstream file("100_random_students.csv");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string line;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getline(file, line); // skip heading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while (getline(file, line)) {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stringstream ss(line);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string enrollment, name, dept, division;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getline(ss, enrollment, ',');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getline(ss, name, ',');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getline(ss, dept, ',');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    getline(ss, division, ',');</a:t>
            </a:r>
          </a:p>
          <a:p>
            <a:pPr>
              <a:spcAft>
                <a:spcPts val="0"/>
              </a:spcAft>
              <a:defRPr sz="1100">
                <a:solidFill>
                  <a:srgbClr val="192D4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32830"/>
                </a:solidFill>
                <a:latin typeface="Aptos"/>
              </a:defRPr>
            </a:pPr>
            <a:r>
              <a:t>EXPLANATION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1. Open the CSV file.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2. Skip the heading row.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3. Read each student row.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4. Split the row at commas.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5. Store the parsed values in Student records.</a:t>
            </a: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232830"/>
                </a:solidFill>
                <a:latin typeface="Aptos"/>
              </a:defRPr>
            </a:pPr>
            <a:r>
              <a:t>Assumption: data fields do not contain embedded commas.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24. Main Menu and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How the application responds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main() loads data and starts the menu loop.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showMenu() prints available operations.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switch(choice) calls the matching function.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do-while loop repeats until the user enters 0.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Input validation handles non-numeric menu choices.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Separate functions make the program easier to read and maintain.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25. Time Complexity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Big-O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Display students: O(n).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Linear search: O(n) worst case.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Sorting: O(n log n).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Queue setup: O(n); each queue push/pop is O(1).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Allocation after sorting: O(n + r), where r is room count.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Seating-plan display uses nested loops and can be less efficient: roughly O(n × total seats).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26. Demonstration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Expected demo with 100 sample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Start the program and confirm that 100 students load.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Choose option 2 to display the student list.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Choose option 4 to display room capacities.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Choose option 5 to allocate seats automatically.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Choose option 6 to show the seating plan.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Choose option 7 to search using an exact enrollment number from the CSV.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Choose option 8 to save the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27. Testing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Basic checks for correctness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Confirm that 100 student records load from the CSV.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Allocate 100 students across rooms with 120 seats in total.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Check that each allocated student has a room and seat number.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Search for an existing enrollment number.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Search for a nonexistent enrollment number.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Try allocation when no rooms are available.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Try a setup where total room capacity is too small.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28.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Current 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Console interface only; no GUI.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CSV parser assumes fields do not contain commas.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demo import reloads sample students when the program starts.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Seat assignments may reset on restart in the demo loader.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No exam date, subject, shift, or student-spacing constraints.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This is an educational mini-project, not a production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29.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Potential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Add a graphical interface using a C++ GUI framework.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Add student update and delete options.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Add subject, exam date, and session details.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Separate students from the same division across rooms.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Use a database such as SQLite for robust persistence.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Improve seating-plan display efficiency.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Add stronger CSV validation and error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30.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What the project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The project applies C++ to a practical seating problem.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Structures and arrays organize student records.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Sorting creates a predictable student order.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 queue processes students using FIFO.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Linear search finds student information.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A simple greedy strategy assigns available seats.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File handling loads and saves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31. Viva Questions —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Common questions and short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Q: What is the project purpose?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    A: Register students, manage rooms, allocate seats, and search assignments.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Q: Why use a structure?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    A: To group related fields into one record.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Q: What is FIFO?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    A: First In, First Out — the first queue item is removed first.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Q: Why sort students?</a:t>
            </a:r>
          </a:p>
          <a:p>
            <a:pPr>
              <a:spcAft>
                <a:spcPts val="8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    A: To make allocation order predictable by enrollment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32. Viva Questions —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More questions and short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Q: What is linear search?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    A: Checking records one by one until a match is found.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Q: What if there are not enough seats?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    A: The program reports insufficient capacity and stops allocation.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Q: What is sorting complexity?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    A: std::sort is typically O(n log n).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Q: What does the queue store?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    A: Integer indexes into the student array.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Q: What does CSV mean?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    A: Comma-Separated Values, a plain-text table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33. Compile and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Commands for the live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Keep mini.cpp and 100_random_students.csv in the project folder.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Open a terminal in that folder.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Compile: g++ mini.cpp -o mini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Run on Windows PowerShell: .\mini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Option 2 displays students; option 5 allocates; option 6 shows the plan.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• Use the exact CSV filename expected by the source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  <a:latin typeface="Aptos Display"/>
              </a:defRPr>
            </a:pPr>
            <a:r>
              <a:t>34. References and Implementation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Based on the provided project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0972800" cy="32004"/>
          </a:xfrm>
          <a:prstGeom prst="rect">
            <a:avLst/>
          </a:prstGeom>
          <a:solidFill>
            <a:srgbClr val="2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Project: Exam Seat Allocation System in C++.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DSA topics: structures, arrays, linear search, sorting, queue, loops.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Input dataset: 100_random_students.csv.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Saved files: students.csv and rooms.csv.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Compile command: g++ mini.cpp -o mini.</a:t>
            </a:r>
          </a:p>
          <a:p>
            <a:pPr>
              <a:spcAft>
                <a:spcPts val="8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• Run command on Windows: .\mini.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